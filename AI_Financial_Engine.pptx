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Engine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Portfolio &amp; Opportunity Analysis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Anthropic Claude &amp; Advanced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AI Financial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1005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Real-time Data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BSE/NSE/Global Markets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005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554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Advanced Analytics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Portfolio &amp; Risk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005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AI Intelligence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28600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Claude-powered Insights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234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BSE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0" y="1234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NSE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1234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Global Markets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Financial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ERP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HRMS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17830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solidFill>
            <a:srgbClr val="FFB7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Credit &amp; Ratings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Rapid Ratings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331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Risk Assessments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The Intelligence 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Why Claude for Financial Analysis?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Advanced reasoning for complex financial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Natural language understanding of market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Ability to synthesize data from multiple sources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Risk-aware analysis and scenario planning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• Clear explanations of investment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 Cases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Portfolio Analysis &amp; Optimization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Opportunity Discovery &amp; Screening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Risk Management &amp; Real-time Monitoring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Automated Report Generation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Scenario Modeling &amp; Backtesting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</a:rPr>
              <a:t>✓ Compliance &amp; Regulatory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Claude API (Anthropic)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Vector DB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Qdrant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Data Warehouse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Snowflake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ETL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Apache Airflow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65176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FastAPI (Python)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2743200" cy="1097280"/>
          </a:xfrm>
          <a:prstGeom prst="rect">
            <a:avLst/>
          </a:prstGeom>
          <a:solidFill>
            <a:srgbClr val="F8F9F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Frontend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1546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0"/>
                </a:solidFill>
              </a:rPr>
              <a:t>React + TypeScript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 &amp; ROI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207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40-50% faster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12070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Hours to Minutes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15-25% better returns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80560" y="16642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Improved Performance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🛡️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21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Enhanced risk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21214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Reduced Downside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5786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30% more opportunities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5786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Better Deal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11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Expected ROI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Investment: $200-300K  |  Payback: 6-12 Months  |  Year 1 ROI: 150-250%  |  Annual Benefit: $400K-1M+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1: Infrastructure Setup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00"/>
                </a:solidFill>
              </a:rPr>
              <a:t>Month 1-2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8660" y="1554480"/>
            <a:ext cx="0" cy="1828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2: Data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00"/>
                </a:solidFill>
              </a:rPr>
              <a:t>Month 2-3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" y="2148840"/>
            <a:ext cx="0" cy="1828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377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3: AI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00"/>
                </a:solidFill>
              </a:rPr>
              <a:t>Month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8660" y="2743200"/>
            <a:ext cx="0" cy="1828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2971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Phase 4: Frontend &amp; Testing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B700"/>
                </a:solidFill>
              </a:rPr>
              <a:t>Month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Speed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AI-driven analysis in minutes vs hours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Coverage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Monitor thousands of stocks simultaneously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325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6459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Multi-factor analysis combining all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Insights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Reasoned explanations, not just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Adaptability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Learns from portfolio performance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2834640"/>
            <a:ext cx="2743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FFB7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971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0"/>
                </a:solidFill>
              </a:rPr>
              <a:t>Cost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2918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Replaces team of analysts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Your Investment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Portfolio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Analysis • Better Decisions • Stronger Returns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0" y="3657600"/>
            <a:ext cx="45720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3840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Ready to Elevate Your Investment Strategy?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2026-07-31T08:07:22Z</dcterms:created>
  <dcterms:modified xsi:type="dcterms:W3CDTF">2026-07-31T08:07:22Z</dcterms:modified>
</cp:coreProperties>
</file>